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SMART INDIA HACKATHON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284C7"/>
                </a:solidFill>
                <a:latin typeface="Segoe UI"/>
              </a:defRPr>
            </a:pPr>
            <a:r>
              <a:t>TITLE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920240"/>
            <a:ext cx="9448495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Problem Statement ID — </a:t>
            </a:r>
            <a:r>
              <a:rPr sz="1600" b="1">
                <a:solidFill>
                  <a:srgbClr val="0284C7"/>
                </a:solidFill>
                <a:latin typeface="Segoe UI"/>
              </a:rPr>
              <a:t>SIH1642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Problem Statement Title — </a:t>
            </a:r>
            <a:r>
              <a:rPr sz="1600" b="1">
                <a:solidFill>
                  <a:srgbClr val="0284C7"/>
                </a:solidFill>
                <a:latin typeface="Segoe UI"/>
              </a:rPr>
              <a:t>AI-Powered Women Safety Navigation &amp; Emergency Response System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Theme — </a:t>
            </a:r>
            <a:r>
              <a:rPr sz="1600" b="1">
                <a:solidFill>
                  <a:srgbClr val="0284C7"/>
                </a:solidFill>
                <a:latin typeface="Segoe UI"/>
              </a:rPr>
              <a:t>Women Safety / Smart Vehicles / AI-GIS Navigation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PS Category — </a:t>
            </a:r>
            <a:r>
              <a:rPr sz="1600" b="1">
                <a:solidFill>
                  <a:srgbClr val="0284C7"/>
                </a:solidFill>
                <a:latin typeface="Segoe UI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Team ID — </a:t>
            </a:r>
            <a:r>
              <a:rPr sz="1600" b="1">
                <a:solidFill>
                  <a:srgbClr val="0284C7"/>
                </a:solidFill>
                <a:latin typeface="Segoe UI"/>
              </a:rPr>
              <a:t>[Enter Your Registered Team ID]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Team Name (Registered on portal) — </a:t>
            </a:r>
            <a:r>
              <a:rPr sz="1600" b="1">
                <a:solidFill>
                  <a:srgbClr val="0284C7"/>
                </a:solidFill>
                <a:latin typeface="Segoe UI"/>
              </a:rPr>
              <a:t>[Enter Your Registered 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02  |  1.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284C7"/>
                </a:solidFill>
              </a:defRPr>
            </a:pPr>
            <a:r>
              <a:t>The Critical Flaw in Standard Navigation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Shortest-Distance Trap: Standard mapping engines (Google Maps, Waze) optimize exclusively for distance &amp; speed, ignoring safety.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Unlit Back-Alley Risk: Pedestrians are routed through dark, unlit side-streets to save 60 seconds of travel time.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Zero Safety Context: No real-time evaluation of street lighting, police station proximity, or crime hazard pins.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Mobile SOS Latency: Traditional panic apps suffer from mobile browser CORS restrictions during emergency situations.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21208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Standard Maps vs. Safety Failure Diagram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011680"/>
            <a:ext cx="3931920" cy="6400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Standard Navigation Engine</a:t>
            </a:r>
            <a:br/>
            <a:r>
              <a:t>(Optimizes Distance/Time Only)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595360" y="2743200"/>
            <a:ext cx="457200" cy="36576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3200400"/>
            <a:ext cx="3931920" cy="6400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Routes Pedestrian Through Dark Unlit Alley</a:t>
            </a:r>
            <a:br/>
            <a:r>
              <a:t>(To Save 60 Seconds)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595360" y="3931920"/>
            <a:ext cx="457200" cy="36576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0" y="4389120"/>
            <a:ext cx="3931920" cy="7315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❌ High Crime Exposure | ❌ Zero Streetlights</a:t>
            </a:r>
            <a:br/>
            <a:r>
              <a:t>❌ Zero Police Proximity Scoring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03  |  2. EXISTING SITUATION &amp; COMPETITOR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74720" cy="34747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Google / Apple Maps</a:t>
            </a:r>
          </a:p>
          <a:p>
            <a:pPr>
              <a:spcAft>
                <a:spcPts val="1200"/>
              </a:spcAft>
              <a:defRPr sz="1300" b="1">
                <a:solidFill>
                  <a:srgbClr val="EF4444"/>
                </a:solidFill>
              </a:defRPr>
            </a:pPr>
            <a:r>
              <a:t>🔴 Safety Rating: 0/5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Optimizes travel speed only</a:t>
            </a:r>
            <a:br/>
            <a:r>
              <a:t>• Ignores unlit dark streets</a:t>
            </a:r>
            <a:br/>
            <a:r>
              <a:t>• No police proximity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280160"/>
            <a:ext cx="3474720" cy="34747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Standalone SOS Apps</a:t>
            </a:r>
          </a:p>
          <a:p>
            <a:pPr>
              <a:spcAft>
                <a:spcPts val="1200"/>
              </a:spcAft>
              <a:defRPr sz="1300" b="1">
                <a:solidFill>
                  <a:srgbClr val="0284C7"/>
                </a:solidFill>
              </a:defRPr>
            </a:pPr>
            <a:r>
              <a:t>🟡 Safety Rating: 2/5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Reactive only (after danger)</a:t>
            </a:r>
            <a:br/>
            <a:r>
              <a:t>• No preventive safe routing</a:t>
            </a:r>
            <a:br/>
            <a:r>
              <a:t>• High user panic friction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280160"/>
            <a:ext cx="3474720" cy="34747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Manual Panic Buttons</a:t>
            </a:r>
          </a:p>
          <a:p>
            <a:pPr>
              <a:spcAft>
                <a:spcPts val="1200"/>
              </a:spcAft>
              <a:defRPr sz="1300" b="1">
                <a:solidFill>
                  <a:srgbClr val="0284C7"/>
                </a:solidFill>
              </a:defRPr>
            </a:pPr>
            <a:r>
              <a:t>🟡 Safety Rating: 2/5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Browser CORS latency</a:t>
            </a:r>
            <a:br/>
            <a:r>
              <a:t>• Requires manual phone press</a:t>
            </a:r>
            <a:br/>
            <a:r>
              <a:t>• Fails in fast emergencies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728655" cy="13716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065F46"/>
                </a:solidFill>
              </a:defRPr>
            </a:pPr>
            <a:r>
              <a:t>🟢 SafeRoute Market Opportunity: Preventive AI Safety Navigation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SafeRoute bridges the market gap by combining preventive AI safe routing (guiding women away from danger before it occurs) with zero-delay CORS-free emergency SOS automated cloud phone calls.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04  |  3. PROPOSED SOLUTION — SAFEROUTE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284C7"/>
                </a:solidFill>
              </a:defRPr>
            </a:pPr>
            <a:r>
              <a:t>SafeRoute: 5-Factor AI Safety Engine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5-Factor Safety Scoring Model: Evaluates road geometry against 5 safety parameters (0 to 100).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🟢 84/100 Safest Route Highlight: Renders recommended safe path in glowing emerald green.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🔴 38/100 High-Risk Route Warning: Flags dark shortcuts and unlit side-streets in red.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Spherical Haversine Math: Sub-second spatial distance calculation for police stations and hospitals.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AI Explainability Cards: Tells users exactly WHY a route is recommended.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188720"/>
            <a:ext cx="5516575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325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5-Factor Mathematical Safety Algorithm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493776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💡 Street Lighting (30%)</a:t>
            </a:r>
            <a:br/>
            <a:r>
              <a:t>OSM tags &amp; municipal lighting hierarchy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514600"/>
            <a:ext cx="493776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🚓 Police Proximity (25%)</a:t>
            </a:r>
            <a:br/>
            <a:r>
              <a:t>Haversine distance &lt;= 1.0 km radius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46120"/>
            <a:ext cx="493776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⚠️ Hazard Incident Pins (20%)</a:t>
            </a:r>
            <a:br/>
            <a:r>
              <a:t>Snatching/harassment pins &lt;= 500m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77640"/>
            <a:ext cx="493776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🌙 Night Shift (15%)</a:t>
            </a:r>
            <a:br/>
            <a:r>
              <a:t>1.4x hazard penalty shift (8PM-5AM)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709160"/>
            <a:ext cx="493776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🏪 Commercial Footfall (10%)</a:t>
            </a:r>
            <a:br/>
            <a:r>
              <a:t>Active retail density 'Eyes on Street'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532120"/>
            <a:ext cx="4937760" cy="5943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🟢 Output: 84/100 Safest Route Highlighted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05  |  4. ARCHITECTURE &amp; DATA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System Navigation Architecture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286000" cy="10058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1. User Query</a:t>
            </a:r>
            <a:br/>
            <a:r>
              <a:t>(Origin &amp; Destination)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80" y="1874519"/>
            <a:ext cx="365760" cy="36576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1554480"/>
            <a:ext cx="2286000" cy="10058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2. Nominatim Geocoder</a:t>
            </a:r>
            <a:br/>
            <a:r>
              <a:t>&amp; OSRM Geometry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80760" y="1874519"/>
            <a:ext cx="365760" cy="36576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0" y="1554480"/>
            <a:ext cx="2286000" cy="10058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3. Haversine Math</a:t>
            </a:r>
            <a:br/>
            <a:r>
              <a:t>&amp; 5-Factor Scoring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006840" y="1874519"/>
            <a:ext cx="365760" cy="36576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09760" y="1554480"/>
            <a:ext cx="1950415" cy="10058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4. Leaflet Map</a:t>
            </a:r>
            <a:br/>
            <a:r>
              <a:t>🟢 Green / 🔴 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Zero-Delay Emergency SOS Cloud Pipeline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2286000" cy="10058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User Taps SOS / Speaks</a:t>
            </a:r>
            <a:br/>
            <a:r>
              <a:t>'HELP ME' or 'BACHAO'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54680" y="3611880"/>
            <a:ext cx="365760" cy="36576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0" y="3291840"/>
            <a:ext cx="2286000" cy="10058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Native CORS-Free Anchor</a:t>
            </a:r>
            <a:br/>
            <a:r>
              <a:t>(Bypasses Mobile Latency)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80760" y="3611880"/>
            <a:ext cx="365760" cy="36576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3291840"/>
            <a:ext cx="2286000" cy="10058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n8n Cloud Webhook</a:t>
            </a:r>
            <a:br/>
            <a:r>
              <a:t>&amp; Twilio REST API Node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006840" y="3611880"/>
            <a:ext cx="365760" cy="36576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09760" y="3291840"/>
            <a:ext cx="1950415" cy="10058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Live Voice Call Placed</a:t>
            </a:r>
            <a:br/>
            <a:r>
              <a:t>+ Live GPS Broadcast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10728655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Key Architectural Advantage: CORS-Free Zero-Delay Trigger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Mobile browsers enforce strict CORS preflights on async fetch requests, delaying SOS dispatches by 3-6 seconds. SafeRoute uses native HTML anchor triggers targeting a hidden background iframe—guaranteeing 0ms execution without browser security blocks.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06  |  5. 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2865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4967935"/>
              </a:tblGrid>
              <a:tr h="568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Technology Selected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Technical Purpose / Value Provided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Frontend 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Vite + Vanilla ES6+ JavaScript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Ultra-fast mobile rendering &amp; zero-latency module loading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Map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Leaflet JS Canvas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Interactive vector tile rendering &amp; smooth polyline overlays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Routing API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OSRM (Open Source Routing)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Real road network graph sampling &amp; GeoJSON route geometry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Geocoding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Nominatim OSM Geocoder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Address-to-GPS spatial coordinate resolution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Spatial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Native Haversine Formula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Spherical distance calculations for police &amp; hazard scanning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n8n Workflow Automation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Zero-delay webhook routing &amp; automated cloud workflows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Telephony Dispatch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Twilio REST Voice API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Instant automated phone call placement to emergency contacts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Voice SOS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Web Speech Recognition API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Hands-free panic phrase detection ('HELP ME', 'BACHAO')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07  |  6. PROTOTYPE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284C7"/>
                </a:solidFill>
              </a:defRPr>
            </a:pPr>
            <a:r>
              <a:t>Live Prototype Capabilities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Live Deployed Web App: Fully accessible live at saferoute-tawny.vercel.app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Multi-Modal Transit: Supports Car, Bike, Auto, and Walking routes.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90+ Hyderabad Emergency Hubs: Pre-loaded with verified Police Stations, Hospitals, and Metro Hubs.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GPS Navigation Simulator: Animates live position movement along routes.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Off-Route 200m Safety Fence: Automatically detects deviations &gt;200m off-route and pops up an emergency warning banner.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21208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Key UI Components Demonstrated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20240"/>
            <a:ext cx="4663440" cy="91440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Interface 1: Trip Input</a:t>
            </a:r>
            <a:br/>
            <a:r>
              <a:t>• Address Search &amp; Geocoding</a:t>
            </a:r>
            <a:br/>
            <a:r>
              <a:t>• Mode Pills (Car/Bike/Auto/Walk)</a:t>
            </a:r>
            <a:br/>
            <a:r>
              <a:t>• Time Picker (Live Now / Night)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595360" y="2926080"/>
            <a:ext cx="457200" cy="32004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3337560"/>
            <a:ext cx="4663440" cy="1280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5F46"/>
                </a:solidFill>
                <a:latin typeface="Segoe UI"/>
              </a:defRPr>
            </a:pPr>
            <a:r>
              <a:t>Interface 2: Interactive Route Map</a:t>
            </a:r>
            <a:br/>
            <a:r>
              <a:t>• 🟢 84/100 Safest Route Polyline</a:t>
            </a:r>
            <a:br/>
            <a:r>
              <a:t>• 🔴 38/100 High-Risk Route Warning</a:t>
            </a:r>
            <a:br/>
            <a:r>
              <a:t>• 🚓 90+ Police &amp; Hospital Markers</a:t>
            </a:r>
            <a:br/>
            <a:r>
              <a:t>• 🚨 CORS-Free ONE-TAP SOS Button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754880"/>
            <a:ext cx="4663440" cy="10972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Navigation Features &amp; Simulator</a:t>
            </a:r>
            <a:br/>
            <a:r>
              <a:t>• GPS Navigation Path Animation</a:t>
            </a:r>
            <a:br/>
            <a:r>
              <a:t>• 200m Off-Route Deviation Banner</a:t>
            </a:r>
            <a:br/>
            <a:r>
              <a:t>• Multilingual Voice SOS ('HELP ME')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08  |  7. INNOVATION &amp; KEY DIFFERENTIATORS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2865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455"/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Standard Navigation Apps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SafeRoute AI Engine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Street Lighting Scoring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❌ None (Time optimization only)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🟢 3-Layer Hybrid Model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Police Station Proximity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❌ Ignored in route scoring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🟢 Haversine Radius (d &lt;= 1.0 km)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Night Multiplier (8PM-5AM)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🟢 1.4x Hazard Penalty Shift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Commercial Footfall Bonus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🟢 +10% 'Eyes on the Street'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Mobile CORS-Free SOS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❌ N/A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🟢 0ms n8n + Twilio Voice Call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Multilingual Voice SOS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🟢 Hands-Free Web Speech API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09  |  8. TARGET USERS &amp; SOCIAL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284C7"/>
                </a:solidFill>
              </a:defRPr>
            </a:pPr>
            <a:r>
              <a:t>Target User Personas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• Female Solo Commuters: Women navigating home late at night after work or university.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• Night Shift Professionals: BPO, IT, and hospital staff commuting during night hours (8 PM - 5 AM).</a:t>
            </a:r>
          </a:p>
          <a:p>
            <a:pPr>
              <a:spcAft>
                <a:spcPts val="1000"/>
              </a:spcAft>
              <a:defRPr sz="1350">
                <a:solidFill>
                  <a:srgbClr val="1E293B"/>
                </a:solidFill>
              </a:defRPr>
            </a:pPr>
            <a:r>
              <a:t>• Students &amp; Tourists: Individuals unfamiliar with local crime hotspots in new cities.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212080" cy="13716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📉 70% Reduction in Unlit Exposure</a:t>
            </a:r>
            <a:br/>
            <a:br/>
            <a:r>
              <a:t>Reroutes pedestrians along brightly lit commercial arterial streets.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834640"/>
            <a:ext cx="5212080" cy="13716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⚡ Sub-Second Emergency SOS Call Placement</a:t>
            </a:r>
            <a:br/>
            <a:br/>
            <a:r>
              <a:t>Placed directly to family via Twilio REST API without mobile CORS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480560"/>
            <a:ext cx="5212080" cy="13716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🗺️ 100% City-Wide Emergency Coverage</a:t>
            </a:r>
            <a:br/>
            <a:br/>
            <a:r>
              <a:t>Pre-loaded with 90+ verified emergency hubs across all zones of Hyderabad.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SLIDE 10  |  9. FUTURE SCOPE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74720" cy="29260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Phase 1: Pan-India Expansion</a:t>
            </a:r>
            <a:br/>
            <a:br/>
            <a:r>
              <a:t>• Scaling OpenStreetMap datasets to Mumbai, Delhi, Bengaluru, Chennai.</a:t>
            </a:r>
            <a:br/>
            <a:r>
              <a:t>• Crowd hazard report moderation.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280160"/>
            <a:ext cx="3474720" cy="29260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Phase 2: IoT Smart Lighting</a:t>
            </a:r>
            <a:br/>
            <a:br/>
            <a:r>
              <a:t>• Direct API integration with municipal smart streetlight sensors.</a:t>
            </a:r>
            <a:br/>
            <a:r>
              <a:t>• Dynamic light intensity updates.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280160"/>
            <a:ext cx="3474720" cy="29260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Phase 3: Wearable Trigger</a:t>
            </a:r>
            <a:br/>
            <a:br/>
            <a:r>
              <a:t>• Bluetooth smartwatch integration for silent 1-tap SOS trigger.</a:t>
            </a:r>
            <a:br/>
            <a:r>
              <a:t>• Automatic fall detection SOS.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728655" cy="2011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65F46"/>
                </a:solidFill>
              </a:defRPr>
            </a:pPr>
            <a:r>
              <a:t>🟢 SafeRoute: Transforming Passive Mapping into Active Safety Shields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Live Deployed Web Application: saferoute-tawny.vercel.app</a:t>
            </a:r>
            <a:br/>
            <a:r>
              <a:t>• GitHub Codebase: github.com/pranav-3010/saferoute</a:t>
            </a:r>
            <a:br/>
            <a:br/>
            <a:r>
              <a:t>Thank you judges! We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